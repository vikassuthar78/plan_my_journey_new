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6" r:id="rId3"/>
    <p:sldId id="257" r:id="rId4"/>
    <p:sldId id="258" r:id="rId5"/>
    <p:sldId id="264" r:id="rId6"/>
    <p:sldId id="262" r:id="rId7"/>
    <p:sldId id="259" r:id="rId8"/>
    <p:sldId id="263" r:id="rId9"/>
    <p:sldId id="260" r:id="rId10"/>
    <p:sldId id="261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668" y="-2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A75D5AC9-1579-4E66-92DA-2FB64B0B553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C59C5B75-2388-4501-967A-4B0DCC9160E1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66779" y="1484784"/>
            <a:ext cx="56466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Plan My Journey</a:t>
            </a:r>
          </a:p>
          <a:p>
            <a:pPr algn="ctr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Web-based Smart Travel Planning System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978" y="4904293"/>
            <a:ext cx="33265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Presented by: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VIKAS SUTHAR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      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Guide: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Kalpana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Course: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ETDP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1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Introduction:-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1560" y="1700808"/>
            <a:ext cx="8138864" cy="44210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Plan My Journey is a web-based travel planning platform designed to simplify the travel booking process for users. The application allows users to plan a complete trip by selecting destinations step-by-step and automatically generating a customized travel package.</a:t>
            </a:r>
          </a:p>
          <a:p>
            <a:pPr marL="0" indent="0">
              <a:buNone/>
            </a:pP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Purpose of the Project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The main purpose of this project is to provide a single platform where users can: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Book individual travel services (flight and train tickets)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Create a personalized journey plan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Generate a complete travel package with cost estimation</a:t>
            </a:r>
          </a:p>
          <a:p>
            <a:pPr marL="0" indent="0"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Target Users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Tourists and travelers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Students and families planning trips</a:t>
            </a:r>
          </a:p>
          <a:p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Users looking for budget-friendly and customized travel options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85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538952" y="-24340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Statement 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5863" y="921976"/>
            <a:ext cx="748883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Existing travel platforms mainly focus on: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Fixed tour packages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Limited customization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Complex booking processes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Multiple platforms for flights, hotels, and planning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makes trip planning time-consuming and confusing for users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Limitations of Existing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Systems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 step-by-step journey creation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Fixed destinations and packages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Difficult cost comparison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personalization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Need for the Proposed System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There is a need for a travel platform that: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Allows full journey customization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Provides a simple and interactive flow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Automatically generates a complete package</a:t>
            </a:r>
          </a:p>
        </p:txBody>
      </p:sp>
    </p:spTree>
    <p:extLst>
      <p:ext uri="{BB962C8B-B14F-4D97-AF65-F5344CB8AC3E}">
        <p14:creationId xmlns:p14="http://schemas.microsoft.com/office/powerpoint/2010/main" val="321478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540832" y="0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PROPOSED SYSTEM &amp; UNIQUE FEATURES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54336" y="1196752"/>
            <a:ext cx="9706296" cy="5256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Plan My Journey provides an interactive travel planning experience where users can create their own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journey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instead of choosing fixed packages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Unique Feature – “Create Your Journey”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This feature allows users to: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Select a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state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Choose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multiple cities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Explore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popular places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hotels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Generate a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custom travel package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Additional Features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Individual flight booking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Individual train ticket booking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User-friendly interface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Dynamic package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25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0"/>
            <a:ext cx="7924800" cy="11430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WORKFLOW OF CREATE YOUR JOURNEY MODULE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:- 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1560" y="1196752"/>
            <a:ext cx="9073008" cy="51845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Step-by-Step Workflow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 Selection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User selects the state they want to visit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City Selection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User can select multiple cities within the chosen state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Place Selection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Famous tourist places are displayed based on selected cities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Hotel Selection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Hotels are shown city-wise for accommodation selection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Package Generation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System generates a complete travel package including: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Travel expenses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Hotel cost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Food cost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Sightseeing expenses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Final total price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fully customized and budget-estimated travel package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50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Technologies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Used:-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74293165"/>
              </p:ext>
            </p:extLst>
          </p:nvPr>
        </p:nvGraphicFramePr>
        <p:xfrm>
          <a:off x="611560" y="1772816"/>
          <a:ext cx="79248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62400"/>
                <a:gridCol w="39624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React.js, HTML5, CSS3, Bootstrap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Flask (Python), REST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JSON / MongoDB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VS Code, </a:t>
                      </a:r>
                      <a:r>
                        <a:rPr lang="en-IN" dirty="0" err="1"/>
                        <a:t>GitHub</a:t>
                      </a:r>
                      <a:r>
                        <a:rPr lang="en-IN" dirty="0"/>
                        <a:t>, Postman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92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395536" y="-166836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BENEFITS, FUTURE SCOPE &amp;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IN" sz="2800" dirty="0" smtClean="0"/>
              <a:t>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3640" y="1124744"/>
            <a:ext cx="9937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Benefits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Saves time and effort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Fully customized journey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Transparent pricing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 to use for beginners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All-in-one travel solution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Future Enhancements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Online payment gateway integration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Real-time flight and train availability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AI-based trip recommendations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reviews and ratings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Mobile application version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Plan My Journey is an innovative travel planning web application that focuses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on user customization and simplicity. By allowing users to create their own journey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step-by-step, the platform offers a better travel planning experience compared to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traditional travel websites.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57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en-IN" dirty="0"/>
              <a:t>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Validation:-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Tested across multiple screen sizes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Cost calculation verified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Secure login tested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API validation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Smooth navigation &amp; UI responsiveness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640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Expected Outcomes 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fully functional web application for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automated trip package creation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Faster, more organized travel planning without switching between multiple platforms.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Accurate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cost estimation and duration calculation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selected destinations.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Improved user experience through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smart travel suggestions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Increased tourism accessibility by helping users explore new attractions easily.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 and store trip details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securely with authenticated access.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scalable system with potential for future integration of APIs, mobile apps, and AI-based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15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Conclusion 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“Plan My Journey” project successfully demonstrates a smart and efficient solution for simplifying travel planning. The system integrates key components of tourism such as destination selection, sightseeing, accommodation, and cost estimation into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single automated platform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reducing the need for manual research across multiple applications. By allowing users to choose states, cities, and famous attractions, the system instantly generates a customized travel package along with the total budget and required trip duration, making trip planning more transparent and user-friendly.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With its modern frontend built using React.js and a secure backend powered by Flask, the system delivers a smooth, responsive, and guided user experience. The project meets all its objectives including cost efficiency, ease of use, improved planning accuracy, and digital booking support. It also sets a strong foundation for future enhancements such as real-time ticket booking, AI-based recommendations, GPS route integration, and a mobile app version.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Overall, this project successfully bridges the gap between technology and tourism by providing an innovative automated planning tool that enhances convenience, promotes better travel decision-making, and improves accessibility for all types of travelers.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498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Future Scope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493096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current version of "Plan My Journey" provides a solid foundation for automated trip planning; however, there are many opportunities to enhance its functionality using modern technologies. In the future, the system can be expanded to support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real-time data integration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by connecting with APIs of IRCTC, airlines, bus services, and hotel platforms. This will allow users to receive live availability, prices, and booking options instead of static values.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Another major enhancement is the integration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Google Maps API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which would allow users to view exact routes, travel distances, real-time navigation, and optimized multi-city paths. This can also be extended to include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GPS-based tracking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local transport suggestions, and weather details for selected destinations.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can benefit from Artificial Intelligence by implementing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AI-based recommendation engines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Such a feature would analyze user interests, budget range, and travel history to suggest the best cities, hotels, and attractions automatically.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-powered assistant can also be included to guide users with instant answers to travel-related queries.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Additionally, the platform can be scaled into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fully functional mobile app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both Android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increase accessibility and user engagement. Features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online payment gateways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loyalty points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multi-language support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review systems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further improve user experience and platform reliability.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Overall, these future enhancements can transform Plan My Journey into a powerful, smart, and industry-ready travel management system supporting millions of users.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32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71</TotalTime>
  <Words>1067</Words>
  <Application>Microsoft Office PowerPoint</Application>
  <PresentationFormat>On-screen Show (4:3)</PresentationFormat>
  <Paragraphs>127</Paragraphs>
  <Slides>11</Slides>
  <Notes>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Horizon</vt:lpstr>
      <vt:lpstr>PowerPoint Presentation</vt:lpstr>
      <vt:lpstr>Introduction:-</vt:lpstr>
      <vt:lpstr>PowerPoint Presentation</vt:lpstr>
      <vt:lpstr>PowerPoint Presentation</vt:lpstr>
      <vt:lpstr>WORKFLOW OF CREATE YOUR JOURNEY MODULE:- </vt:lpstr>
      <vt:lpstr>Technologies Used:-</vt:lpstr>
      <vt:lpstr>PowerPoint Presentation</vt:lpstr>
      <vt:lpstr>Testing &amp; Validation:-</vt:lpstr>
      <vt:lpstr>Expected Outcomes :-</vt:lpstr>
      <vt:lpstr>Conclusion :-</vt:lpstr>
      <vt:lpstr>Future Scope :-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SUTHAR</dc:creator>
  <cp:lastModifiedBy>VIKAS SUTHAR</cp:lastModifiedBy>
  <cp:revision>9</cp:revision>
  <dcterms:created xsi:type="dcterms:W3CDTF">2025-11-24T15:59:48Z</dcterms:created>
  <dcterms:modified xsi:type="dcterms:W3CDTF">2025-12-15T07:21:56Z</dcterms:modified>
</cp:coreProperties>
</file>